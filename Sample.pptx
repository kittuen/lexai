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ideal size of the presentation should not be more than 10 slides.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